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Omnichannel Growth Engine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Data-Driven Sales Acceleration for 康师傅 Singapore</a:t>
            </a:r>
          </a:p>
          <a:p>
            <a:pPr>
              <a:defRPr sz="1800">
                <a:latin typeface="Segoe UI"/>
              </a:defRPr>
            </a:pPr>
            <a:r>
              <a:t>Prepared by Derrick Wong — Capstone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1️⃣ Executive Summary — Insights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• Total Mock Revenue (6m): SGD 1.1M (+4% MoM)</a:t>
            </a:r>
          </a:p>
          <a:p>
            <a:pPr>
              <a:defRPr sz="1800">
                <a:latin typeface="Segoe UI"/>
              </a:defRPr>
            </a:pPr>
            <a:r>
              <a:t>• Channel Mix: Retail 36%, Shopee 24%, Lazada 22%, D2C 18%</a:t>
            </a:r>
          </a:p>
          <a:p>
            <a:pPr>
              <a:defRPr sz="1800">
                <a:latin typeface="Segoe UI"/>
              </a:defRPr>
            </a:pPr>
            <a:r>
              <a:t>• Promo Uplift: +48% avg (Shopee +63%)</a:t>
            </a:r>
          </a:p>
          <a:p>
            <a:pPr>
              <a:defRPr sz="1800">
                <a:latin typeface="Segoe UI"/>
              </a:defRPr>
            </a:pPr>
            <a:r>
              <a:t>• Forecast Accuracy: 9–13% MAPE</a:t>
            </a:r>
          </a:p>
          <a:p>
            <a:pPr>
              <a:defRPr sz="1800">
                <a:latin typeface="Segoe UI"/>
              </a:defRPr>
            </a:pPr>
            <a:r>
              <a:t>• Segments: Loyal High-Value (C3) drives 45% of sales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2️⃣ Quick Wins by Territory /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Central – Hero Campaigns (Retail x D2C bundles)</a:t>
            </a:r>
          </a:p>
          <a:p>
            <a:pPr>
              <a:defRPr sz="1800">
                <a:latin typeface="Segoe UI"/>
              </a:defRPr>
            </a:pPr>
            <a:r>
              <a:t>East – Shopee Hotspot</a:t>
            </a:r>
          </a:p>
          <a:p>
            <a:pPr>
              <a:defRPr sz="1800">
                <a:latin typeface="Segoe UI"/>
              </a:defRPr>
            </a:pPr>
            <a:r>
              <a:t>West – Loyalty Shift</a:t>
            </a:r>
          </a:p>
          <a:p>
            <a:pPr>
              <a:defRPr sz="1800">
                <a:latin typeface="Segoe UI"/>
              </a:defRPr>
            </a:pPr>
            <a:r>
              <a:t>North – D2C Pilot</a:t>
            </a:r>
          </a:p>
          <a:p>
            <a:pPr>
              <a:defRPr sz="1800">
                <a:latin typeface="Segoe UI"/>
              </a:defRPr>
            </a:pPr>
            <a:r>
              <a:t>Shopee &amp; Lazada – Automate Promo Pacing</a:t>
            </a:r>
          </a:p>
          <a:p>
            <a:pPr>
              <a:defRPr sz="1800">
                <a:latin typeface="Segoe UI"/>
              </a:defRPr>
            </a:pPr>
            <a:r>
              <a:t>D2C – Gamified Loyalty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3️⃣ Management 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• KPI Cards: Revenue, Promo Share, Repeat Rate</a:t>
            </a:r>
          </a:p>
          <a:p>
            <a:pPr>
              <a:defRPr sz="1800">
                <a:latin typeface="Segoe UI"/>
              </a:defRPr>
            </a:pPr>
            <a:r>
              <a:t>• Forecast Panel: Weekly ARIMA predictions ±10%</a:t>
            </a:r>
          </a:p>
          <a:p>
            <a:pPr>
              <a:defRPr sz="1800">
                <a:latin typeface="Segoe UI"/>
              </a:defRPr>
            </a:pPr>
            <a:r>
              <a:t>• Promo Efficiency: ROI vs #Promos</a:t>
            </a:r>
          </a:p>
          <a:p>
            <a:pPr>
              <a:defRPr sz="1800">
                <a:latin typeface="Segoe UI"/>
              </a:defRPr>
            </a:pPr>
            <a:r>
              <a:t>• Segment Radar: Loyal / Engaged / At-Risk personas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4️⃣ Data-Driven Roadmap (12-Month Horizon)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Q1: Data Cleanup &amp; SKU Master</a:t>
            </a:r>
          </a:p>
          <a:p>
            <a:pPr>
              <a:defRPr sz="1800">
                <a:latin typeface="Segoe UI"/>
              </a:defRPr>
            </a:pPr>
            <a:r>
              <a:t>Q2: Power BI Dashboard Launch</a:t>
            </a:r>
          </a:p>
          <a:p>
            <a:pPr>
              <a:defRPr sz="1800">
                <a:latin typeface="Segoe UI"/>
              </a:defRPr>
            </a:pPr>
            <a:r>
              <a:t>Q3: Predictive Models Live</a:t>
            </a:r>
          </a:p>
          <a:p>
            <a:pPr>
              <a:defRPr sz="1800">
                <a:latin typeface="Segoe UI"/>
              </a:defRPr>
            </a:pPr>
            <a:r>
              <a:t>Q4: CRM &amp; Power Automate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Competitor &amp; Market 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Maggi – High Buzz / IndoMie – Rising Trend / 康师傅 – High Sentiment 4.5★</a:t>
            </a:r>
          </a:p>
          <a:p>
            <a:pPr>
              <a:defRPr sz="1800">
                <a:latin typeface="Segoe UI"/>
              </a:defRPr>
            </a:pPr>
            <a:r>
              <a:t>Actions:</a:t>
            </a:r>
          </a:p>
          <a:p>
            <a:pPr>
              <a:defRPr sz="1800">
                <a:latin typeface="Segoe UI"/>
              </a:defRPr>
            </a:pPr>
            <a:r>
              <a:t>– Link Google Trends + Shopee Reviews</a:t>
            </a:r>
          </a:p>
          <a:p>
            <a:pPr>
              <a:defRPr sz="1800">
                <a:latin typeface="Segoe UI"/>
              </a:defRPr>
            </a:pPr>
            <a:r>
              <a:t>– Track IndoMie TikTok Spikes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Data-to-Decision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Current: Sales → Excel → Manual</a:t>
            </a:r>
          </a:p>
          <a:p>
            <a:pPr>
              <a:defRPr sz="1800">
                <a:latin typeface="Segoe UI"/>
              </a:defRPr>
            </a:pPr>
            <a:r>
              <a:t>Target: APIs → SQL DB → Power BI → CRM →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Automation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• Promo ROI Alerts (&lt;20%)</a:t>
            </a:r>
          </a:p>
          <a:p>
            <a:pPr>
              <a:defRPr sz="1800">
                <a:latin typeface="Segoe UI"/>
              </a:defRPr>
            </a:pPr>
            <a:r>
              <a:t>• Low-Stock Flag</a:t>
            </a:r>
          </a:p>
          <a:p>
            <a:pPr>
              <a:defRPr sz="1800">
                <a:latin typeface="Segoe UI"/>
              </a:defRPr>
            </a:pPr>
            <a:r>
              <a:t>• CRM Reactivation for At-Risk</a:t>
            </a:r>
          </a:p>
          <a:p>
            <a:pPr>
              <a:defRPr sz="1800">
                <a:latin typeface="Segoe UI"/>
              </a:defRPr>
            </a:pPr>
            <a:r>
              <a:t>• Buzz Spike Alert (&gt;30% WoW)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8️⃣ Long-Term Vision — Data as Growth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Predictive → Prescriptive → Autonomous</a:t>
            </a:r>
          </a:p>
          <a:p>
            <a:pPr>
              <a:defRPr sz="1800">
                <a:latin typeface="Segoe UI"/>
              </a:defRPr>
            </a:pPr>
            <a:r>
              <a:t>Merge Sentiment + Sales → Brand Health Index</a:t>
            </a:r>
          </a:p>
          <a:p>
            <a:pPr>
              <a:defRPr sz="1800">
                <a:latin typeface="Segoe UI"/>
              </a:defRPr>
            </a:pPr>
            <a:r>
              <a:t>Embed Data Loops in Daily 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9️⃣ Executive Recommendations (TL;DR)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Quick Wins: Launch Dashboard, Automate ROI Alerts</a:t>
            </a:r>
          </a:p>
          <a:p>
            <a:pPr>
              <a:defRPr sz="1800">
                <a:latin typeface="Segoe UI"/>
              </a:defRPr>
            </a:pPr>
            <a:r>
              <a:t>Mid-Term: CRM Segmentation + Sentiment Overlay</a:t>
            </a:r>
          </a:p>
          <a:p>
            <a:pPr>
              <a:defRPr sz="1800">
                <a:latin typeface="Segoe UI"/>
              </a:defRPr>
            </a:pPr>
            <a:r>
              <a:t>Long-Term: Unified Data Warehouse + Predictive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10️⃣ Closing — Data + Empathy =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Segoe UI"/>
              </a:defRPr>
            </a:pPr>
            <a:r>
              <a:t>“Data tells you what happened.</a:t>
            </a:r>
          </a:p>
          <a:p>
            <a:pPr>
              <a:defRPr sz="1800">
                <a:latin typeface="Segoe UI"/>
              </a:defRPr>
            </a:pPr>
            <a:r>
              <a:t>Insight tells you why.</a:t>
            </a:r>
          </a:p>
          <a:p>
            <a:pPr>
              <a:defRPr sz="1800">
                <a:latin typeface="Segoe UI"/>
              </a:defRPr>
            </a:pPr>
            <a:r>
              <a:t>Automation ensures you act — before the competition does.”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777240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Segoe UI"/>
              </a:defRPr>
            </a:pPr>
            <a:r>
              <a:t>📊 INSERT CHART /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035040"/>
            <a:ext cx="1280160" cy="548640"/>
          </a:xfrm>
          <a:prstGeom prst="rect">
            <a:avLst/>
          </a:prstGeom>
          <a:solidFill>
            <a:srgbClr val="F5C542"/>
          </a:solidFill>
          <a:ln>
            <a:solidFill>
              <a:srgbClr val="C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latin typeface="Segoe UI"/>
              </a:defRPr>
            </a:pPr>
            <a:r>
              <a:t>LOGO HERE (10% opacity)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Segoe UI"/>
              </a:defRPr>
            </a:pPr>
            <a: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705</Words>
  <Application>Microsoft Office PowerPoint</Application>
  <PresentationFormat>On-screen Show (4:3)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Omnichannel Growth Engine Playbook</vt:lpstr>
      <vt:lpstr>1️⃣ Executive Summary — Insights Snapshot</vt:lpstr>
      <vt:lpstr>2️⃣ Quick Wins by Territory / Channel</vt:lpstr>
      <vt:lpstr>3️⃣ Management Dashboard Highlights</vt:lpstr>
      <vt:lpstr>4️⃣ Data-Driven Roadmap (12-Month Horizon)</vt:lpstr>
      <vt:lpstr>5️⃣ Competitor &amp; Market Pulse</vt:lpstr>
      <vt:lpstr>6️⃣ Data-to-Decision Pipeline</vt:lpstr>
      <vt:lpstr>7️⃣ Automation Recommendations</vt:lpstr>
      <vt:lpstr>8️⃣ Long-Term Vision — Data as Growth Engine</vt:lpstr>
      <vt:lpstr>9️⃣ Executive Recommendations (TL;DR)</vt:lpstr>
      <vt:lpstr>10️⃣ Closing — Data + Empathy = Growth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Derrick Wong</cp:lastModifiedBy>
  <cp:revision>2</cp:revision>
  <dcterms:created xsi:type="dcterms:W3CDTF">2013-01-27T09:14:16Z</dcterms:created>
  <dcterms:modified xsi:type="dcterms:W3CDTF">2025-11-08T04:04:16Z</dcterms:modified>
  <cp:category/>
</cp:coreProperties>
</file>